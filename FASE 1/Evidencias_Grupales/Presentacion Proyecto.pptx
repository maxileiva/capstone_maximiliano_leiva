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4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-731520"/>
            <a:ext cx="3291840" cy="3291840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692640" y="2926080"/>
            <a:ext cx="3474720" cy="347472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-914400" y="4206240"/>
            <a:ext cx="2926080" cy="2926080"/>
          </a:xfrm>
          <a:prstGeom prst="rect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· CAPSTONE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Cotizadora </a:t>
            </a:r>
            <a:r>
              <a:rPr lang="en-US" sz="5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Ventanas</a:t>
            </a: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5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espejos</a:t>
            </a: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Manuel Arellano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cotización online para una empresa de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 instalación de ventanas y espejos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201168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86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Andrés Leiva Rozas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UC, Sede Plaza Norte · Fase 1 — Definición de Proyecto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de cotización que aún depende del contacto manual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vende e instala ventanas y espejos, pero no cuenta con una plataforma web propia. Toda la atención y cotización se gestiona a través de canales informales, lo que limita la capacidad de respuesta y la experiencia del cliente.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84048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informales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438912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cotización se realiza principalmente por WhatsApp o llamadas telefónicas.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8144" y="27889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12464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306324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94176" y="384048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sitio web propio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94176" y="438912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plataforma que centralice información de productos y solicitudes.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27889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06324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lentos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38912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el tiempo de respuesta y dificulta organizar las solicitudes entrantes.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34272" y="278892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2030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8592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308592" y="306324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Poca autonomía del cliente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90304" y="4389120"/>
            <a:ext cx="20299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no pueden explorar productos ni cotizar de forma independiente.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web que centraliza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proceso de cotización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propuesto permitirá a los clientes revisar productos, seleccionar ventanas y perfiles, solicitar cotizaciones, crear una cuenta, pedir asistencia, contactar a la empresa y solicitar rectificaciones de medidas — todo desde un mismo lugar.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actual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diseño de la solución. Ya existe una maqueta HTML inicial que establece la estructura y organización visual de la futura plataforma.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1005840"/>
            <a:ext cx="4206240" cy="51206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43800" y="128016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EAF4F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mi ventana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01168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260604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0" y="320040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4F8FA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Termopanel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39776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EA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4114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ingresadas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26680" y="4434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Ancho: 1.20 m   Alto: 1.50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26680" y="4800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4800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cotización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43800" y="5577840"/>
            <a:ext cx="3749040" cy="384048"/>
          </a:xfrm>
          <a:prstGeom prst="roundRect">
            <a:avLst>
              <a:gd name="adj" fmla="val 14286"/>
            </a:avLst>
          </a:prstGeom>
          <a:ln w="12700">
            <a:solidFill>
              <a:srgbClr val="D8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5577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Rectificar medidas ingresadas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contempladas para la plataforma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BF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928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productos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ventanas, perfiles de aluminio y PVC, y PVC con termopanel.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BF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8928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Cotización a medida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cotizaciones según las necesidades específicas del cliente.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BF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0" y="18928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de usuario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para gestionar solicitudes de forma personalizada.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3075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BF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959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59352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y contacto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45994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ayuda y contacto directo con la empresa vía correo electrónico.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73075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BF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959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959352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Rectificación de medidas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45994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mediciones previamente ingresadas por el cliente.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730752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BF0"/>
            </a:solidFill>
            <a:prstDash val="solid"/>
          </a:ln>
          <a:effectLst>
            <a:outerShdw blurRad="635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3959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959352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0" y="3931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solicitudes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66760" y="45994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información necesaria para cada cotización.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 rot="1200000">
            <a:off x="9966960" y="-1097280"/>
            <a:ext cx="365760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-1097280" y="4572000"/>
            <a:ext cx="3108960" cy="3108960"/>
          </a:xfrm>
          <a:prstGeom prst="rect">
            <a:avLst/>
          </a:prstGeom>
          <a:solidFill>
            <a:srgbClr val="21295C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y desarrollar una plataforma web de cotización online que centralice y facilite el proceso de consulta y solicitud de cotizaciones de los clientes, mediante una solución tecnológica estructurada, funcional y validada.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09160"/>
            <a:ext cx="14630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de venta e instalación de ventanas y espejos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691640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proceso actual de cotizaciones y definir requerimientos funcionales y no funcionales.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2862072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estructura e interfaz de la plataforma según las necesidades de usuarios y productos.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7822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78224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4032504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modelo de datos para usuarios, productos, perfiles, medidas y cotizaciones.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4865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248656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5202936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progresivamente el frontend y backend con HTML, CSS, JavaScript, Python y Django.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737360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0568" y="1691640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interfaz, lógica de negocio y base de datos en una solución web coherente.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90779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907792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0568" y="2862072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funcionalidades de productos, cuentas, cotizaciones, asistencia y contacto.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07822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4078224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0568" y="4032504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ejecutar casos de prueba para verificar el funcionamiento de la plataforma.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524865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5248656"/>
            <a:ext cx="41148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5202936"/>
            <a:ext cx="4690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de desarrollo, decisiones técnicas, pruebas y resultados.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del proyecto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84832"/>
            <a:ext cx="2542032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918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9776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144" y="182880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38144" y="182880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144" y="2084832"/>
            <a:ext cx="2542032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438144" y="18288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66744" y="26060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66744" y="2606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66744" y="32918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3666744" y="32918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6208" y="182880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182880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36208" y="2084832"/>
            <a:ext cx="2542032" cy="2468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18288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64808" y="26060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64808" y="2606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34272" y="182880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34272" y="1828800"/>
            <a:ext cx="2542032" cy="50292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</p:sp>
      <p:sp>
        <p:nvSpPr>
          <p:cNvPr id="31" name="Shape 29"/>
          <p:cNvSpPr/>
          <p:nvPr/>
        </p:nvSpPr>
        <p:spPr>
          <a:xfrm>
            <a:off x="9034272" y="2084832"/>
            <a:ext cx="2542032" cy="24688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2" name="Text 30"/>
          <p:cNvSpPr/>
          <p:nvPr/>
        </p:nvSpPr>
        <p:spPr>
          <a:xfrm>
            <a:off x="9034272" y="182880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262872" y="26060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9262872" y="26060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262872" y="3291840"/>
            <a:ext cx="2084832" cy="502920"/>
          </a:xfrm>
          <a:prstGeom prst="roundRect">
            <a:avLst>
              <a:gd name="adj" fmla="val 50909"/>
            </a:avLst>
          </a:prstGeom>
          <a:solidFill>
            <a:srgbClr val="EA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9262872" y="32918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que integra el proyecto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1591056" y="20116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591056" y="2011680"/>
            <a:ext cx="640080" cy="6400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certificación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208483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ejecución de casos de prueba para validar registro, login, cotización y rectificación de medidas.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69164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0116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011680"/>
            <a:ext cx="640080" cy="6400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288036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proyectos informáticos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66744" y="3749040"/>
            <a:ext cx="208483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control individual de las etapas de análisis, diseño, desarrollo, pruebas y documentación.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6208" y="169164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7184" y="20116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7187184" y="2011680"/>
            <a:ext cx="640080" cy="6400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7376" y="288036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datos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3749040"/>
            <a:ext cx="208483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un modelo de datos estructurado y escalable para usuarios, productos y cotizaciones.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4272" y="169164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9985248" y="20116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9985248" y="2011680"/>
            <a:ext cx="640080" cy="6400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35440" y="288036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62872" y="3749040"/>
            <a:ext cx="2084832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e integración de componentes frontend, backend y base de datos de forma sistemática.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iterativo e incremental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construcción de la plataforma se divide en etapas que se validan progresivamente, permitiendo detectar y corregir errores antes de avanzar.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43584" y="3497580"/>
            <a:ext cx="9674352" cy="0"/>
          </a:xfrm>
          <a:prstGeom prst="line">
            <a:avLst/>
          </a:prstGeom>
          <a:noFill/>
          <a:ln w="38100">
            <a:solidFill>
              <a:srgbClr val="D8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06424" y="25146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106424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22130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39834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88474" y="2514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488474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4181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21885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70525" y="25146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870525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86231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3935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52575" y="2514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252575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8281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5985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34625" y="25146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634625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50331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68035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BD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6675" y="2514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016675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32382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50086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98726" y="25146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9398726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314432" y="30175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232136" y="30175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780776" y="2514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10780776" y="251460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572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finales: validación general, correcciones y preparación de la entrega.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por bloques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20304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1–3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y alcance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problema, levantamiento de requerimientos y definición del alcance.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20304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4–5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62432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y modelamiento de la base de datos.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20304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6–9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62432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implementación de base de datos e integración.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20304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9593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2336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las funcionalidades principales de la plataforma.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77647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20304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39593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11–12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42336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correcciones y mejoras sobre la solución desarrollada.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776472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20304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39593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13–14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66760" y="42336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 y preparación de la entrega final.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APOYOS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Facilitadores y obstaculizadores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560320"/>
            <a:ext cx="320040" cy="320040"/>
          </a:xfrm>
          <a:prstGeom prst="ellipse">
            <a:avLst/>
          </a:prstGeom>
          <a:solidFill>
            <a:srgbClr val="1E8A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6032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68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HTML inicial ya desarrollada.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337560"/>
            <a:ext cx="320040" cy="320040"/>
          </a:xfrm>
          <a:prstGeom prst="ellipse">
            <a:avLst/>
          </a:prstGeom>
          <a:solidFill>
            <a:srgbClr val="1E8A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3756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herramientas de desarrollo.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114800"/>
            <a:ext cx="320040" cy="320040"/>
          </a:xfrm>
          <a:prstGeom prst="ellipse">
            <a:avLst/>
          </a:prstGeom>
          <a:solidFill>
            <a:srgbClr val="1E8A4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1480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adquirido durante la carrera.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4892040"/>
            <a:ext cx="320040" cy="320040"/>
          </a:xfrm>
          <a:prstGeom prst="ellipse">
            <a:avLst/>
          </a:prstGeom>
          <a:solidFill>
            <a:srgbClr val="1E8A4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89204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80060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ampliamente orientadas al desarrollo web.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7373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CEE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0116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OBSTACULIZADORES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25603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56032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limitado al ser un proyecto individual.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33756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33756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2461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de ejecutar todas las tareas en solitario.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411480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114800"/>
            <a:ext cx="32004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402336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al integrar frontend, backend y base de datos.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priorizar funcionalidades clave, desarrollo progresivo por etapas y control de versiones con Git/GitHub.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evidencias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4650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4650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691640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requerimientos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276856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31720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3172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276856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Bocetos y diseño de interfaz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16936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1693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862072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HTML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02152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021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3447288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base de datos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032504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87368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8736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4032504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/ GitHub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1691640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74650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746504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8272" y="1691640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2276856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331720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331720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2276856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2862072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916936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916936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2862072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pruebas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17920" y="3447288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502152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502152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3447288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la plataforma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17920" y="4032504"/>
            <a:ext cx="5257800" cy="420624"/>
          </a:xfrm>
          <a:prstGeom prst="roundRect">
            <a:avLst>
              <a:gd name="adj" fmla="val 13043"/>
            </a:avLst>
          </a:prstGeom>
          <a:solidFill>
            <a:srgbClr val="1C7293">
              <a:alpha val="18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087368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4087368"/>
            <a:ext cx="31089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48272" y="4032504"/>
            <a:ext cx="4617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final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Definición de Proyecto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686800" y="6510528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Leiva Rozas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686800" y="-914400"/>
            <a:ext cx="3840480" cy="384048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-1280160" y="4114800"/>
            <a:ext cx="3291840" cy="3291840"/>
          </a:xfrm>
          <a:prstGeom prst="rect">
            <a:avLst/>
          </a:prstGeom>
          <a:solidFill>
            <a:srgbClr val="21295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 factible, progresivo</a:t>
            </a:r>
            <a:endParaRPr lang="en-US" sz="32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orientado a una necesidad real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Dividido en etapas manejables, con tecnologías accesibles y una maqueta ya en marcha: las condiciones están dadas para avanzar hacia el desarrollo completo de la plataforma.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146304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66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Andrés Leiva Rozas · Ingeniería en Informática · Duoc UC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1102</Words>
  <Application>Microsoft Office PowerPoint</Application>
  <PresentationFormat>Personalizado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SSDD</cp:lastModifiedBy>
  <cp:revision>3</cp:revision>
  <dcterms:created xsi:type="dcterms:W3CDTF">2026-08-18T20:34:42Z</dcterms:created>
  <dcterms:modified xsi:type="dcterms:W3CDTF">2026-08-18T20:43:18Z</dcterms:modified>
</cp:coreProperties>
</file>